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2.m4a" ContentType="audio/mp4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microsoft.com/office/2007/relationships/media" Target="../media/media2.m4a"/><Relationship Id="rId4" Type="http://schemas.openxmlformats.org/officeDocument/2006/relationships/video" Target="../media/media2.m4a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照片</a:t>
            </a:r>
          </a:p>
        </p:txBody>
      </p:sp>
      <p:pic>
        <p:nvPicPr>
          <p:cNvPr id="3" name="Picture 2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292608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视频</a:t>
            </a:r>
          </a:p>
        </p:txBody>
      </p:sp>
      <p:pic>
        <p:nvPicPr>
          <p:cNvPr id="3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同一张照片与音频</a:t>
            </a:r>
          </a:p>
        </p:txBody>
      </p:sp>
      <p:pic>
        <p:nvPicPr>
          <p:cNvPr id="3" name="Picture 2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2926080"/>
          </a:xfrm>
          <a:prstGeom prst="rect">
            <a:avLst/>
          </a:prstGeom>
        </p:spPr>
      </p:pic>
      <p:pic>
        <p:nvPicPr>
          <p:cNvPr id="4" name="clip.m4a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