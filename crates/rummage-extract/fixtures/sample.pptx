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本地语义搜索</a:t>
            </a:r>
          </a:p>
          <a:p>
            <a:r>
              <a:t>Works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接入文档提取</a:t>
            </a:r>
          </a:p>
          <a:p>
            <a:r>
              <a:t>评测召回率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